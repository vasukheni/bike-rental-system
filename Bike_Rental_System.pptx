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78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99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 |  Java + JDBC + MySQL (XAMPP)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with Java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202044502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9" name="Member 1"/>
          <p:cNvSpPr/>
          <p:nvPr/>
        </p:nvSpPr>
        <p:spPr>
          <a:xfrm>
            <a:off x="640080" y="3383280"/>
            <a:ext cx="2514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Vasu Kheni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12502120603010</a:t>
            </a:r>
            <a:endParaRPr lang="en-US" sz="1400" dirty="0"/>
          </a:p>
        </p:txBody>
      </p:sp>
      <p:sp>
        <p:nvSpPr>
          <p:cNvPr id="12" name="Member 2"/>
          <p:cNvSpPr/>
          <p:nvPr/>
        </p:nvSpPr>
        <p:spPr>
          <a:xfrm>
            <a:off x="3337560" y="3383280"/>
            <a:ext cx="2514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Rushit Kacha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12402120601071</a:t>
            </a:r>
            <a:endParaRPr lang="en-US" sz="1400" dirty="0"/>
          </a:p>
        </p:txBody>
      </p:sp>
      <p:sp>
        <p:nvSpPr>
          <p:cNvPr id="15" name="Member 3"/>
          <p:cNvSpPr/>
          <p:nvPr/>
        </p:nvSpPr>
        <p:spPr>
          <a:xfrm>
            <a:off x="6035040" y="3383280"/>
            <a:ext cx="25146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474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 Prajapati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8862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12502120603001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7" name="Intro card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73736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Bike Rental System is a console-based Java application that manages bikes, customers and rentals using a MySQL database. It replaces manual paper records with a fast, accurate and organized digital system, including automatic bill calculation.</a:t>
            </a:r>
            <a:endParaRPr lang="en-US" sz="1500" dirty="0"/>
          </a:p>
        </p:txBody>
      </p:sp>
      <p:sp>
        <p:nvSpPr>
          <p:cNvPr id="11" name="Objectives card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bike and customer data in a database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bikes are available or rented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renting and returning of bikes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rental bill automatically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complete rental history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Features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7" name="Tech Java"/>
          <p:cNvSpPr/>
          <p:nvPr/>
        </p:nvSpPr>
        <p:spPr>
          <a:xfrm>
            <a:off x="457200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language, console UI</a:t>
            </a:r>
            <a:endParaRPr lang="en-US" sz="1300" dirty="0"/>
          </a:p>
        </p:txBody>
      </p:sp>
      <p:sp>
        <p:nvSpPr>
          <p:cNvPr id="11" name="Tech JDBC"/>
          <p:cNvSpPr/>
          <p:nvPr/>
        </p:nvSpPr>
        <p:spPr>
          <a:xfrm>
            <a:off x="2560320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14300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61488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Java-to-database link</a:t>
            </a:r>
            <a:endParaRPr lang="en-US" sz="1300" dirty="0"/>
          </a:p>
        </p:txBody>
      </p:sp>
      <p:sp>
        <p:nvSpPr>
          <p:cNvPr id="15" name="Tech MySQL"/>
          <p:cNvSpPr/>
          <p:nvPr/>
        </p:nvSpPr>
        <p:spPr>
          <a:xfrm>
            <a:off x="4663440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64608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864608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records</a:t>
            </a:r>
            <a:endParaRPr lang="en-US" sz="1300" dirty="0"/>
          </a:p>
        </p:txBody>
      </p:sp>
      <p:sp>
        <p:nvSpPr>
          <p:cNvPr id="19" name="Tech XAMPP"/>
          <p:cNvSpPr/>
          <p:nvPr/>
        </p:nvSpPr>
        <p:spPr>
          <a:xfrm>
            <a:off x="6766560" y="1143000"/>
            <a:ext cx="1920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1143000"/>
            <a:ext cx="64008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67728" y="1234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967728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MySQL server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30815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view bikes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081528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834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view customers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available bikes only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3611880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83480" y="3547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a bike (status auto-updates)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4142232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4078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bike with auto bill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3440" y="4142232"/>
            <a:ext cx="182880" cy="1828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83480" y="407822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rental history report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(bike_rental)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pic>
        <p:nvPicPr>
          <p:cNvPr id="7" name="Image 0" descr="Screenshot of sql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4937760" cy="2118624"/>
          </a:xfrm>
          <a:prstGeom prst="rect">
            <a:avLst/>
          </a:prstGeom>
        </p:spPr>
      </p:pic>
      <p:sp>
        <p:nvSpPr>
          <p:cNvPr id="8" name="Table bikes"/>
          <p:cNvSpPr/>
          <p:nvPr/>
        </p:nvSpPr>
        <p:spPr>
          <a:xfrm>
            <a:off x="5532120" y="109728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1097280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11704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4813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bike_id, model, bike_type, rate_per_hour, status</a:t>
            </a:r>
            <a:endParaRPr lang="en-US" sz="1200" dirty="0"/>
          </a:p>
        </p:txBody>
      </p:sp>
      <p:sp>
        <p:nvSpPr>
          <p:cNvPr id="12" name="Table customers"/>
          <p:cNvSpPr/>
          <p:nvPr/>
        </p:nvSpPr>
        <p:spPr>
          <a:xfrm>
            <a:off x="5532120" y="228600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32120" y="2286000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760720" y="23591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26700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customer_id, name, phone, license_no</a:t>
            </a:r>
            <a:endParaRPr lang="en-US" sz="1200" dirty="0"/>
          </a:p>
        </p:txBody>
      </p:sp>
      <p:sp>
        <p:nvSpPr>
          <p:cNvPr id="16" name="Table rentals"/>
          <p:cNvSpPr/>
          <p:nvPr/>
        </p:nvSpPr>
        <p:spPr>
          <a:xfrm>
            <a:off x="5532120" y="3474720"/>
            <a:ext cx="31546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3474720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760720" y="35478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760720" y="3858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rental_id, bike_id, customer_id, rent_time, return_time, total_amount, status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 links bikes and customers using foreign keys.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Renting a Bike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pic>
        <p:nvPicPr>
          <p:cNvPr id="7" name="Image 0" descr="Screenshot of rent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394960" cy="2137393"/>
          </a:xfrm>
          <a:prstGeom prst="rect">
            <a:avLst/>
          </a:prstGeom>
        </p:spPr>
      </p:pic>
      <p:sp>
        <p:nvSpPr>
          <p:cNvPr id="8" name="Rent notes"/>
          <p:cNvSpPr/>
          <p:nvPr/>
        </p:nvSpPr>
        <p:spPr>
          <a:xfrm>
            <a:off x="5943600" y="114300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943600" y="1143000"/>
            <a:ext cx="64008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169164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bike is Available and customer exists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a new rental with NOW()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bike status to Rented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commit / rollback so both updates succeed together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Returning &amp; Billing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pic>
        <p:nvPicPr>
          <p:cNvPr id="7" name="Image 0" descr="Screenshot of bill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5394960" cy="1757169"/>
          </a:xfrm>
          <a:prstGeom prst="rect">
            <a:avLst/>
          </a:prstGeom>
        </p:spPr>
      </p:pic>
      <p:sp>
        <p:nvSpPr>
          <p:cNvPr id="8" name="Formula"/>
          <p:cNvSpPr/>
          <p:nvPr/>
        </p:nvSpPr>
        <p:spPr>
          <a:xfrm>
            <a:off x="365760" y="3749040"/>
            <a:ext cx="5394960" cy="731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" y="37490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hours (rounded up, min 1) x rate per hour</a:t>
            </a:r>
            <a:endParaRPr lang="en-US" sz="1600" dirty="0"/>
          </a:p>
        </p:txBody>
      </p:sp>
      <p:sp>
        <p:nvSpPr>
          <p:cNvPr id="10" name="Billing notes"/>
          <p:cNvSpPr/>
          <p:nvPr/>
        </p:nvSpPr>
        <p:spPr>
          <a:xfrm>
            <a:off x="5943600" y="114300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0" y="1143000"/>
            <a:ext cx="64008" cy="3337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1261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6916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active rental by Rental 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calculated in minutes using TIMESTAMPDIFF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up to the next full hour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70 min at Rs. 100/hr = 2 hrs = Rs. 200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becomes Available again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7" name="Conclusion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78308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shows how Java and JDBC connect to a MySQL database to build a practical application. It reduces manual work, avoids double booking of bikes and gives accurate bills with a clear rental record.</a:t>
            </a:r>
            <a:endParaRPr lang="en-US" sz="1500" dirty="0"/>
          </a:p>
        </p:txBody>
      </p:sp>
      <p:sp>
        <p:nvSpPr>
          <p:cNvPr id="11" name="Future scope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using Java Swing / JavaFX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user login system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 fee and discounts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filter bikes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bills as PDF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840480" y="2743200"/>
            <a:ext cx="1463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Vasu Kheni  |  Rushit Kacha  |  Dhruv Prajapati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Rental System  |  Programming with Java (202044502)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498</Words>
  <Application>Microsoft Office PowerPoint</Application>
  <PresentationFormat>On-screen Show (16:9)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Rental System</dc:title>
  <dc:subject>PptxGenJS Presentation</dc:subject>
  <dc:creator>PptxGenJS</dc:creator>
  <cp:lastModifiedBy>Vasu Kheni</cp:lastModifiedBy>
  <cp:revision>1</cp:revision>
  <dcterms:created xsi:type="dcterms:W3CDTF">2026-10-21T05:46:12Z</dcterms:created>
  <dcterms:modified xsi:type="dcterms:W3CDTF">2026-10-21T05:50:18Z</dcterms:modified>
</cp:coreProperties>
</file>